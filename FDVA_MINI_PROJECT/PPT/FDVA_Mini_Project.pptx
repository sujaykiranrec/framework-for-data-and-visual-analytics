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eca8bf8-e96a-195d-7352-dfb150cc947f}">
          <p14:sldIdLst>
            <p14:sldId id="256"/>
          </p14:sldIdLst>
        </p14:section>
        <p14:section name="Background" id="{1c402d8f-029a-6ed9-2b58-6f79fb9b5d8c}">
          <p14:sldIdLst>
            <p14:sldId id="257"/>
          </p14:sldIdLst>
        </p14:section>
        <p14:section name="Method" id="{d5f277ad-9271-53ef-7e2f-1d5b75e2a21e}">
          <p14:sldIdLst>
            <p14:sldId id="258"/>
            <p14:sldId id="259"/>
          </p14:sldIdLst>
        </p14:section>
        <p14:section name="Results" id="{b2ea6e78-44e5-115c-41d0-3a4375e32e4c}">
          <p14:sldIdLst>
            <p14:sldId id="260"/>
            <p14:sldId id="261"/>
          </p14:sldIdLst>
        </p14:section>
        <p14:section name="Conclusion" id="{b83ea499-dce9-0584-a2c8-18ab03a74f1f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subject and tools used. Replace the bracketed placeholders with your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raw transaction data needs analysis, then walk through the five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Superstore-style dataset. The only measure available is Sales. Methodology follows CRISP-DM.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workflow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come from the cleaned dataset analysed in Pandas. Total sales is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pages of the Power BI dashboard. Demonstrate the filters live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follows directly from the insight on its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the future scope items were not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FDVA Mini Project  |  E-Commerce Sales Data Analytics and Visualization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Data Analytics and Visualization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Framework for Data and Visual Analytics (FDVA) — Mini Project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STUDENT NAME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82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Sujay Kiran 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1089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REGISTER NUMBER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3282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241501222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COLLEGE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22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Rajalakshmi Engineering College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Tools: Python  ·  Pandas  ·  Matplotlib  ·  Power BI  ·  Tableau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Raw e-commerce transaction data is difficult to interpret directly. Analytics can reveal useful sales patterns across products, regions, customers and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383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Raw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72768" y="3726180"/>
            <a:ext cx="23774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28800" y="338328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3383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44368" y="3726180"/>
            <a:ext cx="23774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0400" y="338328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3383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Insights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From records to decisions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65506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160020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and prepare the dataset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2677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21284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Perform exploratory data analysis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82549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sales trends and patterns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49300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43814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Visualize insights using Python, Power BI and Tableau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410565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405079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data-driven business decisions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Dataset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105156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≈ 9,800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records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1874520" cy="105156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2801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original columns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MAIN DIMENSIONS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188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2788920"/>
            <a:ext cx="1188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2880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2788920"/>
            <a:ext cx="1188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188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3246120"/>
            <a:ext cx="1188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MAIN MEASURE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18872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CRISP-DM WORKFLOW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02352" y="1764792"/>
            <a:ext cx="0" cy="263347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1600200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1600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 Understanding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2039112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20391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Understanding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2478024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40680" y="2478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Preparation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37760" y="2916936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3776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40680" y="29169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EDA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37760" y="335584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0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40680" y="33558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937760" y="3794760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3776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40680" y="3794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37760" y="4233672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37760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40680" y="42336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Insights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 Preprocessing &amp; Python EDA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0584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CSV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81328" y="1577340"/>
            <a:ext cx="146304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645920" y="1188720"/>
            <a:ext cx="100584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Inspection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70048" y="1577340"/>
            <a:ext cx="146304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188720"/>
            <a:ext cx="100584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Missing / Duplicate Check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58768" y="1577340"/>
            <a:ext cx="146304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1188720"/>
            <a:ext cx="100584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Date Conversion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47488" y="1577340"/>
            <a:ext cx="146304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1188720"/>
            <a:ext cx="100584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Feature Creation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1577340"/>
            <a:ext cx="146304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1188720"/>
            <a:ext cx="1005840" cy="77724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Clean Dataset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24928" y="1577340"/>
            <a:ext cx="146304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1188720"/>
            <a:ext cx="1005840" cy="77724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DERIVED FIELDS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18288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Year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18288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18288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Quarter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18288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Shipping_Days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Derived with Pandas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834640" y="2286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MATPLOTLIB OUTPUT</a:t>
            </a:r>
            <a:endParaRPr lang="en-US" sz="1200" dirty="0"/>
          </a:p>
        </p:txBody>
      </p:sp>
      <p:pic>
        <p:nvPicPr>
          <p:cNvPr id="34" name="Image 0" descr="Matplotlib bar chart: Sales by Categ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606040"/>
            <a:ext cx="2834640" cy="1729130"/>
          </a:xfrm>
          <a:prstGeom prst="rect">
            <a:avLst/>
          </a:prstGeom>
        </p:spPr>
      </p:pic>
      <p:pic>
        <p:nvPicPr>
          <p:cNvPr id="35" name="Image 1" descr="Matplotlib bar chart: Top 10 Products by Sa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606040"/>
            <a:ext cx="2834640" cy="16756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Analytical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TOTAL SALES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≈ 2.26M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15544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BEST CATEGORY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Technology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BEST REGION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West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BEST SEGMENT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20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Consumer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3246120" y="2926080"/>
            <a:ext cx="2651760" cy="15544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BEST SALES YEAR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520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2018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6035040" y="2926080"/>
            <a:ext cx="2651760" cy="155448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TOP PRODUCT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474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Canon imageCLASS 2200 Advanced Copier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Power BI Dashboard</a:t>
            </a:r>
            <a:endParaRPr lang="en-US" sz="2800" dirty="0"/>
          </a:p>
        </p:txBody>
      </p:sp>
      <p:pic>
        <p:nvPicPr>
          <p:cNvPr id="3" name="Image 0" descr="Power BI dashboard: KPI cards and monthly sales tre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4023360" cy="22620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4023360" cy="2262061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56050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KPI cards and monthly sales trend</a:t>
            </a:r>
            <a:endParaRPr lang="en-US" sz="1400" dirty="0"/>
          </a:p>
        </p:txBody>
      </p:sp>
      <p:pic>
        <p:nvPicPr>
          <p:cNvPr id="6" name="Image 1" descr="Power BI dashboard: customers by region and sales by segmen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88720"/>
            <a:ext cx="4023360" cy="226206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63440" y="1188720"/>
            <a:ext cx="4023360" cy="2262061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663440" y="356050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by region and sales by segment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Interactive KPI and sales dashboard with filters, trends and category / region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Insights &amp; Business 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INSIGHTS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Technology is the strongest category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645920"/>
            <a:ext cx="2743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1371600"/>
            <a:ext cx="41148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Focus on high-performing Technology products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3657600" cy="548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0208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West is the strongest region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2295144"/>
            <a:ext cx="2743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2020824"/>
            <a:ext cx="41148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20208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Investigate factors behind West-region performance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70048"/>
            <a:ext cx="3657600" cy="548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Consumer is the strongest customer segment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06240" y="2944368"/>
            <a:ext cx="2743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0" y="2670048"/>
            <a:ext cx="41148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26700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strategies to retain and grow Consumer customers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319272"/>
            <a:ext cx="3657600" cy="548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1927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2018 recorded the strongest sales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593592"/>
            <a:ext cx="2743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0" y="3319272"/>
            <a:ext cx="41148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331927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 sales trends through interactive dashboards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968496"/>
            <a:ext cx="3657600" cy="54864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96849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Canon imageCLASS 2200 Advanced Copier is the top product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06240" y="4242816"/>
            <a:ext cx="2743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0" y="3968496"/>
            <a:ext cx="41148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396849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and promote high-performing products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project transformed raw e-commerce transaction data into meaningful insights using Python, Power BI and Tableau.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project demonstrates: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3931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cleaning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Exploratory analysis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Visualization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 development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Data-driven decision making</a:t>
            </a:r>
            <a:endParaRPr lang="en-US" sz="1400" dirty="0"/>
          </a:p>
        </p:txBody>
      </p:sp>
      <p:sp>
        <p:nvSpPr>
          <p:cNvPr id="7" name="Future scope panel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9834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Not implemented in this project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Profit and Quantity data if available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 forecasting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segmentation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Predictive analytics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Automated dashboard refresh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Real-time analytics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DVA Mini Project">
  <a:themeElements>
    <a:clrScheme name="FDVA Mini Project">
      <a:dk1>
        <a:srgbClr val="22333B"/>
      </a:dk1>
      <a:lt1>
        <a:srgbClr val="FFFFFF"/>
      </a:lt1>
      <a:dk2>
        <a:srgbClr val="2F6F73"/>
      </a:dk2>
      <a:lt2>
        <a:srgbClr val="EEF2F1"/>
      </a:lt2>
      <a:accent1>
        <a:srgbClr val="2F6F73"/>
      </a:accent1>
      <a:accent2>
        <a:srgbClr val="C98B2B"/>
      </a:accent2>
      <a:accent3>
        <a:srgbClr val="5F6E78"/>
      </a:accent3>
      <a:accent4>
        <a:srgbClr val="5B8A72"/>
      </a:accent4>
      <a:accent5>
        <a:srgbClr val="8C5A4A"/>
      </a:accent5>
      <a:accent6>
        <a:srgbClr val="4A6572"/>
      </a:accent6>
      <a:hlink>
        <a:srgbClr val="2F6F73"/>
      </a:hlink>
      <a:folHlink>
        <a:srgbClr val="5F6E78"/>
      </a:folHlink>
    </a:clrScheme>
    <a:fontScheme name="FDVA Mini Proje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Data Analytics and Visualization</dc:title>
  <dc:subject>PptxGenJS Presentation</dc:subject>
  <dc:creator>PptxGenJS</dc:creator>
  <cp:lastModifiedBy>PptxGenJS</cp:lastModifiedBy>
  <cp:revision>1</cp:revision>
  <dcterms:created xsi:type="dcterms:W3CDTF">2026-10-09T03:12:46Z</dcterms:created>
  <dcterms:modified xsi:type="dcterms:W3CDTF">2026-10-09T03:12:46Z</dcterms:modified>
</cp:coreProperties>
</file>